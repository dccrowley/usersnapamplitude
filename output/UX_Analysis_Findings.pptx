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CF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FFFFFF"/>
                </a:solidFill>
                <a:latin typeface="Calibri"/>
              </a:defRPr>
            </a:pPr>
            <a:r>
              <a:t>Platform Engagement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Calibri"/>
              </a:defRPr>
            </a:pPr>
            <a:r>
              <a:t>Evidence-Based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FFFFFF"/>
                </a:solidFill>
                <a:latin typeface="Calibri"/>
              </a:defRPr>
            </a:pPr>
            <a:r>
              <a:t>From Hypothesis to Data-Driven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36576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Summary: What We Asked, 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73152" cy="54864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Does lesson fragmentation cause elevated churn in grades 6-8?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73152" cy="54864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Our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Fragmentation confuses students, causing 7% early dropout (5-6x higher)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73152" cy="54864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The data contradicts our hypothesis. Grade 9 has MORE fragmentation but LOWER dropout.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73152" cy="54864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Honest analysis revealed our assumption was wrong. That's the win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Methodology: How We Investigated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C71"/>
                </a:solidFill>
              </a:defRPr>
            </a:pPr>
            <a:r>
              <a:t>Analyzed 5 UX Issues from Usersnap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Lesson Fragmentation - Complex section naming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Class Context Visibility - Missing lesson labels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Pacing Guide Navigation - Complex curriculum structure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Game Timing Default - 60-second timer calibration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Survey Modal Interruption - First-time user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Data Source: Usersnap feedback database + Amplitude analytics cohort export (67,815 students)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C71"/>
                </a:solidFill>
              </a:defRPr>
            </a:pPr>
            <a:r>
              <a:t>Cross-Referenced with 67,816 Student Amplitude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Segmented students by grade level (grades 5-12)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Analyzed game completion patterns per grade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Mapped curriculum structure against engagement data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Identified which grades show elevated churn signals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Cross-validated Usersnap issues against data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C71"/>
                </a:solidFill>
              </a:defRPr>
            </a:pPr>
            <a:r>
              <a:t>Identified Pattern: Grades 6-8 Show Elevated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Grade 6: 6.97% of students complete just 1 game (609 students)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Grade 7: 6.92% of students complete just 1 game (616 students)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Grade 8: 7.54% of students complete just 1 game (664 students)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Grade 9+: Drop to 1.2%-3.2% (significantly lower)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Overall pattern: 5-6x higher than other grades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7F6F"/>
                </a:solidFill>
              </a:defRPr>
            </a:pPr>
            <a:r>
              <a:t>DATA SANITY CHECK: The Critical Verification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Before accepting our hypothesis, we tested it rigorously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We compared grade 6-8 curriculum complexity to grade 9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We examined what 'low engagement' actually means in the data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We questioned our assumptions about what the data shows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Result: Our hypothesis failed the sanity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>
              <a:defRPr sz="1300" i="1">
                <a:solidFill>
                  <a:srgbClr val="003C71"/>
                </a:solidFill>
              </a:defRPr>
            </a:pPr>
            <a:r>
              <a:t>This is where most analyses go wrong: They accept the first pattern they find without deeper investigation.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Sanity Check: The Critical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Original Claim: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>
              <a:defRPr sz="1600" b="1">
                <a:solidFill>
                  <a:srgbClr val="003C71"/>
                </a:solidFill>
              </a:defRPr>
            </a:pPr>
            <a:r>
              <a:t>Lesson Fragmentation causes 5-6x churn in grades 6-8, affecting 1,889 students with a drop rate of 7.0-7.5%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Evidence We Examined: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• Curriculum complexity by grade (how many sections)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• Section naming patterns (06[General]/1, 06[General]/2, etc.)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• Cognitive development factors (ages 11-14 vs. 14+)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• Usersnap feedback alignment with data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6537960" y="1508760"/>
            <a:ext cx="1280160" cy="3657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508760"/>
            <a:ext cx="1280160" cy="3657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508760"/>
            <a:ext cx="1280160" cy="3657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508760"/>
            <a:ext cx="1280160" cy="3657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1280160" cy="3657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Paradox That Breaks the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If Fragmentation is the Problem...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Total Sections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1-Game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Reality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2024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659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659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High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Matches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2316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68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468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468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6.9%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68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High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68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Matches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92608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High 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Matches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429000"/>
            <a:ext cx="7406640" cy="457200"/>
          </a:xfrm>
          <a:prstGeom prst="rect">
            <a:avLst/>
          </a:prstGeom>
          <a:solidFill>
            <a:srgbClr val="FFF0F0"/>
          </a:solidFill>
          <a:ln w="25400"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474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474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50+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474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3.2%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474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VERY high churn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74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D7F6F"/>
                </a:solidFill>
              </a:defRPr>
            </a:pPr>
            <a:r>
              <a:t>OPPOSITE!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D7F6F"/>
                </a:solidFill>
              </a:defRPr>
            </a:pPr>
            <a:r>
              <a:t>Grade 9 has 50+ sections (more than DOUBLE grades 6-8), yet shows only 3.2% 1-game rate.</a:t>
            </a:r>
          </a:p>
          <a:p>
            <a:pPr>
              <a:defRPr sz="1400">
                <a:solidFill>
                  <a:srgbClr val="003C71"/>
                </a:solidFill>
              </a:defRPr>
            </a:pPr>
            <a:r>
              <a:t>This contradicts the hypothesis: If fragmentation was the problem, Grade 9 should have HIGHER churn, not lower.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Sanity Check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What This Means: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73152" cy="64008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Grades 6-8 elevation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The data genuinely shows higher 1-game completion in these grades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73152" cy="64008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Fragmentation is NOT the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Grade 9 has more fragmentation but LOWER dropout - rule it 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73152" cy="64008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Root cause is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Age? Curriculum difficulty? Cohort selection? Content quality? We need to investigate.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i="1">
                <a:solidFill>
                  <a:srgbClr val="003C71"/>
                </a:solidFill>
              </a:defRPr>
            </a:pPr>
            <a:r>
              <a:t>Key Insight: Building a fragmentation fix would be treating a symptom, not the disease. We need to find the actual root cause before investing engineering effort.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 VALIDATED from the Original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Grades 6-8 DO show elevated 1-game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6.97-7.54% of students complete just 1 game (vs. 1.2-3.2% in other grades)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Section fragmentation DOES exist in curriculum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Section identifiers like 06[General]/1, /2, /3 are real and measurable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Curriculum TYPE impacts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General tracks: 8.84% | Advanced tracks: 3.92% (curriculum difficulty matters)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03C71"/>
                </a:solidFill>
              </a:defRPr>
            </a:pPr>
            <a:r>
              <a:t>These findings ARE real and important. The problem isn't the data—it's the interpretation of what it means.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4983480" y="1143000"/>
            <a:ext cx="3291840" cy="41148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143000"/>
            <a:ext cx="1737360" cy="41148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143000"/>
            <a:ext cx="1371600" cy="41148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005840" cy="41148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Detailed Grade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1-Game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# of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27048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727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0.08%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727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727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Very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38528"/>
            <a:ext cx="7406640" cy="457200"/>
          </a:xfrm>
          <a:prstGeom prst="rect">
            <a:avLst/>
          </a:prstGeom>
          <a:solidFill>
            <a:srgbClr val="DCF0EB"/>
          </a:solidFill>
          <a:ln w="25400"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842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198424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6.97%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9842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842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03C71"/>
                </a:solidFill>
              </a:defRPr>
            </a:pPr>
            <a:r>
              <a:t>ELEVATED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350008"/>
            <a:ext cx="7406640" cy="457200"/>
          </a:xfrm>
          <a:prstGeom prst="rect">
            <a:avLst/>
          </a:prstGeom>
          <a:solidFill>
            <a:srgbClr val="DCF0EB"/>
          </a:solidFill>
          <a:ln w="25400"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9572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39572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6.92%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3957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3957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03C71"/>
                </a:solidFill>
              </a:defRPr>
            </a:pPr>
            <a:r>
              <a:t>ELEVATED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761488"/>
            <a:ext cx="7406640" cy="457200"/>
          </a:xfrm>
          <a:prstGeom prst="rect">
            <a:avLst/>
          </a:prstGeom>
          <a:solidFill>
            <a:srgbClr val="DCF0EB"/>
          </a:solidFill>
          <a:ln w="25400"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07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280720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7.54%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8072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C71"/>
                </a:solidFill>
              </a:defRPr>
            </a:pPr>
            <a:r>
              <a:t>664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8072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03C71"/>
                </a:solidFill>
              </a:defRPr>
            </a:pPr>
            <a:r>
              <a:t>ELEVATED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172968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1868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2186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3.25%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2186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350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2186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Normal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584448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301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2.51%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6301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176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630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995928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416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404164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2.84%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0416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218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041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407408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5312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5920" y="445312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1.21%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4531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4531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46464"/>
                </a:solidFill>
              </a:defRPr>
            </a:pPr>
            <a:r>
              <a:t>Very 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This Validation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F0FAF8"/>
          </a:solidFill>
          <a:ln w="25400"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3C71"/>
                </a:solidFill>
              </a:defRPr>
            </a:pPr>
            <a:r>
              <a:t>There IS a real pattern worth investigating in grades 6-8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Higher engagement (1-game completion) than other grades suggests something about this age group or curriculum is different.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But fragmentation as the root cause has been ruled out by the Grade 9 paradox.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Why This Matters: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646464"/>
                </a:solidFill>
              </a:defRPr>
            </a:pPr>
            <a:r>
              <a:t>• A hypothesis that matches most of the data is still incomplete if it misses contradictory evidence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646464"/>
                </a:solidFill>
              </a:defRPr>
            </a:pPr>
            <a:r>
              <a:t>• Seeing what fits your theory doesn't mean you've found the truth—it means you need to look harder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646464"/>
                </a:solidFill>
              </a:defRPr>
            </a:pPr>
            <a:r>
              <a:t>• The real value is honest data analysis that says 'we don't know the root cause yet'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 Did NOT Validate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D7F6F"/>
                </a:solidFill>
              </a:defRPr>
            </a:pPr>
            <a:r>
              <a:t>✗ These are 'churned'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We have a snapshot of game counts, but no timestamps showing WHEN they completed games or if they're still active. 'Low engagement' ≠ 'abandoned'.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73152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D7F6F"/>
                </a:solidFill>
              </a:defRPr>
            </a:pPr>
            <a:r>
              <a:t>✗ Fragmentation is the 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Grade 9 has MORE fragmentation but LOWER churn. This breaks the hypothesis.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73152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B55A"/>
                </a:solidFill>
              </a:defRPr>
            </a:pPr>
            <a:r>
              <a:t>✗ We can recover 1,800 users with a UI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We can't claim recovery without understanding what the real problem is. A fragmentation fix treats a symptom.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Alternative Explanations (Still Unproven)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Age/developmental stage: Grades 6-8 (ages 11-14) are in transition; older students handle complexity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Curriculum difficulty inflection: Maybe grade 9 content IS simpler/more engaging despite having more sections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Cohort demographics: Grade 9 students might be self-selected 'power users' (different population)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Onboarding timing: Are grades 6-8 newly assigned to the platform? (snapshot data can't tell 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320040" cy="32004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Content relevance: Do grades 6-8 lessons match student interests less than other grades?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03C71"/>
                </a:solidFill>
              </a:defRPr>
            </a:pPr>
            <a:r>
              <a:t>All of these are plausible. None have been tested. The data shows a pattern, but not why the pattern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Data We're Missing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43000"/>
            <a:ext cx="8321040" cy="822960"/>
          </a:xfrm>
          <a:prstGeom prst="rect">
            <a:avLst/>
          </a:prstGeom>
          <a:solidFill>
            <a:srgbClr val="FFF5EB"/>
          </a:solidFill>
          <a:ln w="12700"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C71"/>
                </a:solidFill>
              </a:defRPr>
            </a:pPr>
            <a:r>
              <a:t>Timestamps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When did students complete games?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D7F6F"/>
                </a:solidFill>
              </a:defRPr>
            </a:pPr>
            <a:r>
              <a:t>Can't distinguish early-quit from long-term disengagement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57400"/>
            <a:ext cx="8321040" cy="822960"/>
          </a:xfrm>
          <a:prstGeom prst="rect">
            <a:avLst/>
          </a:prstGeom>
          <a:solidFill>
            <a:srgbClr val="FFF5EB"/>
          </a:solidFill>
          <a:ln w="12700"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C71"/>
                </a:solidFill>
              </a:defRPr>
            </a:pPr>
            <a:r>
              <a:t>Login recency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When was their last platform login?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D7F6F"/>
                </a:solidFill>
              </a:defRPr>
            </a:pPr>
            <a:r>
              <a:t>Can't tell if they're still active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71800"/>
            <a:ext cx="8321040" cy="822960"/>
          </a:xfrm>
          <a:prstGeom prst="rect">
            <a:avLst/>
          </a:prstGeom>
          <a:solidFill>
            <a:srgbClr val="FFF5EB"/>
          </a:solidFill>
          <a:ln w="12700"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C71"/>
                </a:solidFill>
              </a:defRPr>
            </a:pPr>
            <a:r>
              <a:t>Session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017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How long did they spend in games?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D7F6F"/>
                </a:solidFill>
              </a:defRPr>
            </a:pPr>
            <a:r>
              <a:t>Can't measure quality of engagement vs. quantity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8321040" cy="822960"/>
          </a:xfrm>
          <a:prstGeom prst="rect">
            <a:avLst/>
          </a:prstGeom>
          <a:solidFill>
            <a:srgbClr val="FFF5EB"/>
          </a:solidFill>
          <a:ln w="12700"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C71"/>
                </a:solidFill>
              </a:defRPr>
            </a:pPr>
            <a:r>
              <a:t>Progression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Did they try to move to game 2 but fail?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931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D7F6F"/>
                </a:solidFill>
              </a:defRPr>
            </a:pPr>
            <a:r>
              <a:t>Can't see if UI friction stopped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Understanding Data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C71"/>
                </a:solidFill>
              </a:defRPr>
            </a:pPr>
            <a:r>
              <a:t>This is a Snapshot, Not a Temporal Churn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3C71"/>
                </a:solidFill>
              </a:defRPr>
            </a:pPr>
            <a:r>
              <a:t>What We Have: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A count of games completed per student (static number)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Grade level and curriculum track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Time extracted: January 28,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D7F6F"/>
                </a:solidFill>
              </a:defRPr>
            </a:pPr>
            <a:r>
              <a:t>What We're Missing: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Timestamps for each game completion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Login dates and session frequency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Whether users are still actively logging in</a:t>
            </a:r>
          </a:p>
          <a:p>
            <a:pPr>
              <a:spcBef>
                <a:spcPts val="200"/>
              </a:spcBef>
              <a:defRPr sz="1200">
                <a:solidFill>
                  <a:srgbClr val="646464"/>
                </a:solidFill>
              </a:defRPr>
            </a:pPr>
            <a:r>
              <a:t>• The progression of their engagement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03C71"/>
                </a:solidFill>
              </a:defRPr>
            </a:pPr>
            <a:r>
              <a:t>Implication: Students with 1-game completion could be new users, long-term engaged users who just haven't advanced, or actually-churned users. We can't tell which.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Learnings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" cy="731520"/>
          </a:xfrm>
          <a:prstGeom prst="rect">
            <a:avLst/>
          </a:prstGeom>
          <a:solidFill>
            <a:srgbClr val="5FCFB5"/>
          </a:solidFill>
          <a:ln>
            <a:solidFill>
              <a:srgbClr val="5FC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Data Patterns Can Be Misleading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 pattern that matches 80% of the data can still be incomplete. Always test the boundary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73152" cy="73152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Correlation ≠ Causation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Grade 9 showed us the lesson: MORE fragmentation but LOWER churn proves fragmentation isn't the cause.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Honest Analysis Beats Confident Guesses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Finding contradictory evidence is a feature, not a bug. It means you're thinking critically.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40680"/>
            <a:ext cx="73152" cy="73152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'Gut Feeling Fixes' Need Rigorous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 UI change that feels right can be a waste of engineering effort if the root cause is wrong.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93.2% platform-wide disengagement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Every grade shows massive non-engagement (no games played). This is a bigger issue than grade-specific friction.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73152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Grades 6-8 pattern suggests non-fragmentation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Something about developmental stage, curriculum difficulty, or content relevance creates higher engagement attempts in this cohort.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73152" cy="82296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Real root cause is unknown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262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Without timestamps, user interviews, or more granular data, we can only hypothesize. Building fixes now risks wasting effort.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15000"/>
            <a:ext cx="73152" cy="822960"/>
          </a:xfrm>
          <a:prstGeom prst="rect">
            <a:avLst/>
          </a:prstGeom>
          <a:solidFill>
            <a:srgbClr val="FFB55A"/>
          </a:solidFill>
          <a:ln>
            <a:solidFill>
              <a:srgbClr val="FFB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C71"/>
                </a:solidFill>
              </a:defRPr>
            </a:pPr>
            <a:r>
              <a:t>Usersnap feedback doesn't match the data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66% of feedback is about teacher tools and content gaps—not student UX friction or fragmentation.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Recommendations: Evidence-Based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" cy="731520"/>
          </a:xfrm>
          <a:prstGeom prst="rect">
            <a:avLst/>
          </a:prstGeom>
          <a:solidFill>
            <a:srgbClr val="FD7F6F"/>
          </a:solidFill>
          <a:ln>
            <a:solidFill>
              <a:srgbClr val="FD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C71"/>
                </a:solidFill>
              </a:defRPr>
            </a:pPr>
            <a:r>
              <a:t>DON'T: Build the fragmentation UI fix (yet)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It treats a symptom, not the disease. We don't know if fragmentation is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73152" cy="73152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C71"/>
                </a:solidFill>
              </a:defRPr>
            </a:pPr>
            <a:r>
              <a:t>DO: Request Amplitude data with timestamps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Get login dates, game completion dates, and session duration. This validates 'churn' vs. 'new users'.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C71"/>
                </a:solidFill>
              </a:defRPr>
            </a:pPr>
            <a:r>
              <a:t>DO: Interview students in grades 6-8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Ask them directly: Why did you stop? Was it confusing? Too hard? Boring? Not enough time?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66360"/>
            <a:ext cx="73152" cy="73152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C71"/>
                </a:solidFill>
              </a:defRPr>
            </a:pPr>
            <a:r>
              <a:t>DO: Test any hypothesis on a small cohort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86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Before rolling out platform-wide changes, validate they actually improve engagement for the target group.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92240"/>
            <a:ext cx="73152" cy="731520"/>
          </a:xfrm>
          <a:prstGeom prst="rect">
            <a:avLst/>
          </a:prstGeom>
          <a:solidFill>
            <a:srgbClr val="8BD3C7"/>
          </a:solidFill>
          <a:ln>
            <a:solidFill>
              <a:srgbClr val="8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C71"/>
                </a:solidFill>
              </a:defRPr>
            </a:pPr>
            <a:r>
              <a:t>DO: Pursue root cause before engineering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8122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 2-week investigation now prevents building the wrong solution.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C71"/>
          </a:solidFill>
          <a:ln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36576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Steps: 4-Week Investigation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FCFB5"/>
                </a:solidFill>
              </a:defRPr>
            </a:pPr>
            <a:r>
              <a:t>Week 1-2: Request better data &amp; conduct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Export Amplitude data with timestamps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Schedule interviews with 10-15 grade 6-8 students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Analyze Usersnap feedback by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FCFB5"/>
                </a:solidFill>
              </a:defRPr>
            </a:pPr>
            <a:r>
              <a:t>Week 3-4: Investigate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7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Analyze temporal patterns from new data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Map cognitive/developmental factors to engagement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Test curriculum difficulty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D3C7"/>
                </a:solidFill>
              </a:defRPr>
            </a:pPr>
            <a:r>
              <a:t>Week 5-6: Small-scale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10127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Choose 1-2 most likely hypotheses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Build minimal test version for small cohort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Measure actual impact before platform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D3C7"/>
                </a:solidFill>
              </a:defRPr>
            </a:pPr>
            <a:r>
              <a:t>Week 7+: Scale only if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If test shows &gt;10% improvement: Consider platform rollout</a:t>
            </a:r>
          </a:p>
          <a:p>
            <a:pPr>
              <a:spcBef>
                <a:spcPts val="100"/>
              </a:spcBef>
              <a:defRPr sz="1000">
                <a:solidFill>
                  <a:srgbClr val="646464"/>
                </a:solidFill>
              </a:defRPr>
            </a:pPr>
            <a:r>
              <a:t>• If test shows no improvement: Return to step 1 with new insights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5200" b="1">
                <a:solidFill>
                  <a:srgbClr val="5FCFB5"/>
                </a:solidFill>
              </a:defRPr>
            </a:pPr>
            <a:r>
              <a:t>Honest Analysis Beats Confident Guesses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The data told us our hypothesis was wrong.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Grade 9's higher fragmentation with lower dropout proved we were looking in the wrong direction.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That's not a failure—it's the win here.</a:t>
            </a:r>
          </a:p>
          <a:p>
            <a:pPr>
              <a:spcAft>
                <a:spcPts val="400"/>
              </a:spcAft>
            </a:pP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We avoided building a fragmentation fix that would have been wasted effort.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Now we can find the actual root cause and build the right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8BD3C7"/>
                </a:solidFill>
              </a:defRPr>
            </a:pPr>
            <a:r>
              <a:t>Next: Find the right problem to solve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